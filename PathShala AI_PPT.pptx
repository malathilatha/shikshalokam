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67" r:id="rId5"/>
    <p:sldId id="269" r:id="rId6"/>
    <p:sldId id="268" r:id="rId7"/>
    <p:sldId id="265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64E5-6618-213A-4F6C-7A057C282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821E7-DA94-16C1-1412-849B7892E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40186-C214-FB8B-F0F7-DCA8653A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94C71-54EF-D7B9-76A9-2761F446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F78FC-21D7-90E7-7F13-210757CC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13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CDE2-26BE-B62E-BDC6-2B7183F1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FF2CB-EA65-2B6B-0EC9-24B1B4A73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1926C-AA04-8CEF-3C7A-8F48ED00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76C94-FAE6-DBB0-1470-EE1C86D6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37136-99B0-E5EE-12F9-BB15F5BA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38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ABDE-7CC6-66DF-CD35-3003149B5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D76B2-A75F-317F-278E-CD583FE60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6013F-8691-C3A9-FB6D-43E09EA0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25BBE-860B-2F58-E733-B9583805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EBE98-D434-F7F2-1055-D8A2332E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044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CFBD-A134-3175-FBD0-5F55A039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4014E-1C88-46D8-5F4E-079329DBE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F58F3-B959-AC8B-33A4-381B1FA54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F36EF-84A2-A01E-EEBA-1225E9BD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EE372-B71B-5A70-81C1-ACA50AA0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7E5EA-D4A9-2809-94D4-94A2E70F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63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EB5D-24C9-281E-C8DB-4533614F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A45B4-3BDA-2CFE-30D3-A8A8AEEF3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22578-8516-21A2-C0CA-07A064DB8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2D327F-59EA-869A-1C29-2E4A36826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46B13-D827-BCBB-EAE9-E164C9DDB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05D6C-2362-8D7D-DB84-622A502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ED9CA0-CBDD-2CC4-2D2D-14C6FD84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DDB19-8AF8-0060-D2CB-31F75B109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10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F357-957B-2839-EBF5-CD7CAFA5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6BB32-73E9-94C2-9636-F48A8B47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0F059-2277-B55D-9F60-653C0BE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734ED-E970-A959-E6E0-D7263401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73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1C4EE-D935-2683-9C29-FF4044F6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13CAF6-89D3-560A-086E-28848283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0DF96-174E-7648-7739-28C71DC8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52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57D83-77C2-CD8F-7F05-A76D71FC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58763-CEC1-491B-42EB-3B232B1B5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3E566-430C-D9BD-A6E2-07BD3275D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8371E-1278-017E-A5CA-5BB50FBE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67B46-D7F4-5796-5C5E-247DE97D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06EC1-C1DE-E862-DAF1-29292BB6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512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2CE1-8DE9-3330-DBE1-20919CCA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FB294-18C7-61C6-3238-C987FE3F4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A2EB0-60CE-8C78-9760-506BAC92B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7978D-6BDA-E1E0-3859-D97F48A0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0D85D-518B-295E-0E4C-C7F30715C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88F12-BDD4-2192-218F-1A24F1BC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09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5728-DEC3-2007-D559-0E3C56BA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E39CC-D12F-10D6-58DE-2ACF4AA6A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40766-0327-48C9-BA75-238545CD8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A4800-6604-E6D4-9504-B310DFC1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A9C99-B658-426C-30D8-250FAD4D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62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8B3231-DB88-0C33-15F6-70E174F14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6E6326-429B-397F-F68C-721F58D5A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D7157-1AC9-784A-B164-EA8E0FB8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AC195-0B6B-5A22-148D-39BEBA3D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5E93A-5340-BC3E-7A5B-D0B3B999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59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84387D-DD51-3C3C-5F51-D4C424A4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EB3B4-7C8B-83C6-5FFB-2B61D14D1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FC57A-9FF1-8FF4-FEBF-A4572CBD3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835D0-02FE-4351-A5F0-EE8E9E9CA9C7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53191-B08C-2475-147B-D43476D50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935EA-0A0A-3C67-6D70-C657D0AEC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D3F6A-133F-406C-9F7F-53BF118F5C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96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B4987-8D7F-6045-235D-9ACB46E2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55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576175-7E19-B112-EDD6-9BAED9AD3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5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5D02F-333D-4700-47FF-5B7B84DBB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0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36ABF4-D4FF-0BA6-F749-9C399ABFB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69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3DE7C5-B940-F4C3-A555-9F32947DE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9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D922AD-915B-62A5-3EC0-6BF4D4A5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1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BC74E-33B9-BCE8-F102-CF6717147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51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ED6B6D-7B14-937E-57F1-F33739DF8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2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malathi venkatesan</dc:creator>
  <cp:lastModifiedBy>malathi venkatesan</cp:lastModifiedBy>
  <cp:revision>8</cp:revision>
  <dcterms:created xsi:type="dcterms:W3CDTF">2026-01-10T10:15:59Z</dcterms:created>
  <dcterms:modified xsi:type="dcterms:W3CDTF">2026-03-01T05:03:12Z</dcterms:modified>
</cp:coreProperties>
</file>